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92608"/>
            <a:ext cx="3474720" cy="25603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5E59"/>
                </a:solidFill>
              </a:rPr>
              <a:t>PROFIL AI PENDIDIKAN INKLUSIF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Jejoo AI: Asisten Riset &amp; Pendamping Pendidikan Inklusif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Mendampingi Guru, Sekolah &amp; Orang Tua dalam Menghadapi Keragaman Kebutuhan Khusus Berbasis Riset &amp; Praktik Nyata via WhatsApp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38862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44752"/>
            <a:ext cx="3886200" cy="420624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44752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🎯  TUJUAN UTAMA &amp; MISI JEJOO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1938528"/>
            <a:ext cx="3520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Menjembatani Akses Riset &amp; Teori Akademis</a:t>
            </a:r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Menyediakan literatur, panduan PPI, dan strategi penanganan ABK (Autisme, ADHD, Disleksia, Slow Learner) secara instan.
</a:t>
            </a:r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Membantu Diferensiasi &amp; Modifikasi Pembelajaran</a:t>
            </a:r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Memberikan rekomendasi penyesuaian RPP, modifikasi tugas (chunking), media visual, dan adaptasi evaluasi ramah anak.
</a:t>
            </a:r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Pendampingan Berkelanjutan 24/7 Tanpa Instalasi</a:t>
            </a:r>
            <a:pPr indent="0" marL="0">
              <a:lnSpc>
                <a:spcPct val="108000"/>
              </a:lnSpc>
              <a:buNone/>
            </a:pPr>
            <a:endParaRPr lang="en-US" sz="9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0-Setup di WhatsApp: guru dapat berkonsultasi kapan saja saat menghadapi tantangan kelas (tantrum, sensory overload, kejenuhan).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709160" y="1444752"/>
            <a:ext cx="38862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444752"/>
            <a:ext cx="3886200" cy="420624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444752"/>
            <a:ext cx="3520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💡  MANFAAT NYATA BAGI GURU &amp; SEKOLAH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92040" y="1938528"/>
            <a:ext cx="3520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Praktis &amp; Mudah Digunakan di WhatsApp</a:t>
            </a:r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Tanpa kurva belajar rumit; guru cukup mengirim pesan chat atau pesan suara (Voice Note) layaknya berdiskusi dengan konsultan.
</a:t>
            </a:r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Rekomendasi Berbasis Bukti Ilmiah (RAG)</a:t>
            </a:r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Didukung mesin pencarian jurnal &amp; dokumen ilmiah sehingga saran tindakan teruji secara akademis dan dapat dipertanggungjawabkan.
</a:t>
            </a:r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Terhubung Langsung dengan Tenaga Ahli</a:t>
            </a:r>
            <a:pPr indent="0" marL="0">
              <a:lnSpc>
                <a:spcPct val="108000"/>
              </a:lnSpc>
              <a:buNone/>
            </a:pPr>
            <a:endParaRPr lang="en-US" sz="9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Terintegrasi dengan rujukan &amp; koordinasi bersama Bp. Istiarsyah, Ph.D (Spesialis Inklusif) &amp; Ibu Dyah (Psikolog Anak).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48640" y="4645152"/>
            <a:ext cx="8046720" cy="347472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6451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5E59"/>
                </a:solidFill>
              </a:rPr>
              <a:t>✨ Tim Tenaga Ahli Terintegrasi: Bp. Istiarsyah, Ph.D &amp; Ibu Dyah | Respon Cepat 24/7 di Komunitas Guru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92608"/>
            <a:ext cx="3474720" cy="25603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5E59"/>
                </a:solidFill>
              </a:rPr>
              <a:t>MULTI-SEKOLAH &amp; SMART ROUTING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Multi-Sekolah &amp; Routing Konsultasi Pintar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platform terpadu yang mendukung implementasi paralel di berbagai cluster sekolah dengan perlindungan privasi kasus siswa via Auto-DM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25146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44752"/>
            <a:ext cx="2514600" cy="402336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4475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🏫  Multi-Sekolah &amp; Sesi WA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90195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Engine Terpadu: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Platform Jejoo AI dapat dideploy di berbagai nomor WhatsApp sekolah secara fleksibel dengan basis pengetahuan dan kapabilitas seragam.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Segmentasi Cluster Sekolah: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• Memisahkan traffic grup per gugus / sekolah
• Menjaga riwayat percakapan tetap teratur
• Manajemen terpusat dari satu Admin Console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Skalabilitas Tinggi:</a:t>
            </a:r>
            <a:pPr indent="0" marL="0">
              <a:lnSpc>
                <a:spcPct val="106000"/>
              </a:lnSpc>
              <a:buNone/>
            </a:pP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Mendukung penambahan nomor/sekolah baru tanpa perlu ubah arsitektur.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0128" y="1444752"/>
            <a:ext cx="25146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444752"/>
            <a:ext cx="2514600" cy="402336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44475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⚡  Smart Intent Classifier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47288" y="190195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Real-Time: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Mengenali maksud pesan guru secara instan untuk mengarahkan ke modul handler paling optimal: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 Routing Cerdas: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• RESEARCH: Pencarian literatur &amp; jurnal
• DOCUMENT: Ekstraksi PDF / Word
• IMAGE: Analisis lembar kerja via Vision
• GENERAL: Konsultasi kelas &amp; tips cepat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 Cepat &amp; Tepat:</a:t>
            </a:r>
            <a:pPr indent="0" marL="0">
              <a:lnSpc>
                <a:spcPct val="106000"/>
              </a:lnSpc>
              <a:buNone/>
            </a:pP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respon diformat sesuai konteks pertanyaan guru di lapangan.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1444752"/>
            <a:ext cx="25146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1616" y="1444752"/>
            <a:ext cx="2514600" cy="402336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44475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🔒  Jalur Aman (Auto-DM)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08776" y="190195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Deteksi Kasus Sensitif: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Mendeteksi otomatis ketika guru menanyakan kasus sensitif, riwayat trauma, atau data personal siswa di grup WA.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 Pengalihan: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• Menjawab secara etis &amp; umum di grup
• Mengajak guru melanjutkan konsultasi mendalam via jalur pribadi (DM)
• Menjaga nama baik &amp; martabat siswa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 Etika Pendidikan:</a:t>
            </a:r>
            <a:pPr indent="0" marL="0">
              <a:lnSpc>
                <a:spcPct val="106000"/>
              </a:lnSpc>
              <a:buNone/>
            </a:pP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Mematuhi prinsip perlindungan privasi anak dan kerahasiaan evaluasi PPI.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645152"/>
            <a:ext cx="8046720" cy="347472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6451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5E59"/>
                </a:solidFill>
              </a:rPr>
              <a:t>🔒 Keamanan &amp; Kerahasiaan Data Siswa Terjamin dengan Smart Confidentiality Routing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92608"/>
            <a:ext cx="3474720" cy="25603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5E59"/>
                </a:solidFill>
              </a:rPr>
              <a:t>FASILITAS &amp; KEMAMPUAN TEKNOLOGI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Multimodal, Behaviour Tag Screening &amp; RAG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Vision AI, Transkripsi Audio, Behaviour Tag Screening, dan Mesin Pencarian Literatur Ilmiah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25146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44752"/>
            <a:ext cx="2514600" cy="402336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4475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📷  Interaksi Multimodal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90195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AI (Analisis Foto):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Menganalisis foto lembar kerja siswa, gambar suasana kelas, posisi duduk, atau karya sensorik untuk rekomendasi intervensi.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Transkripsi Voice Note: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Guru cukup mengirim pesan suara saat sibuk mendampingi anak; AI langsung mentranskripsi &amp; merespons akurat.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Visual &amp; Diagram:</a:t>
            </a:r>
            <a:pPr indent="0" marL="0">
              <a:lnSpc>
                <a:spcPct val="106000"/>
              </a:lnSpc>
              <a:buNone/>
            </a:pP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Merender bagan Mermaid, tabel PPI, dan matriks modifikasi materi langsung di WA.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0128" y="1444752"/>
            <a:ext cx="25146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444752"/>
            <a:ext cx="2514600" cy="402336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44475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🏷️  Behaviour Screening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47288" y="190195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(Disruptive Behavior):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Mendeteksi tantrum, penolakan tugas, mondar-mandir ➔ Memberikan strategi PBS, sensory break, dan calming corner.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(Safety Risk):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Mendeteksi melukai diri, memukul, melempar barang, kabur ➔ Protokol de-eskalasi krisis &amp; rekomendasi rujukan segera.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Guard Sanitizer:</a:t>
            </a:r>
            <a:pPr indent="0" marL="0">
              <a:lnSpc>
                <a:spcPct val="106000"/>
              </a:lnSpc>
              <a:buNone/>
            </a:pP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link eksternal otomatis agar rujukan ilmiah aman dari spam/malware.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1444752"/>
            <a:ext cx="25146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1616" y="1444752"/>
            <a:ext cx="2514600" cy="402336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44475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📚  RAG Ilmiah &amp; Tim Ahli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08776" y="190195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Jurnal Inklusif (pgvector):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Mesin pencarian semantik jurnal ilmiah, Permendikbud, dan buku pedoman Kemendikbudristek secara instan.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Kolaborasi Bp. Istiarsyah, Ph.D: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Spesialis Pendidikan Inklusif (Istiar MindCare Center, WA: +62 853-6191-0417) untuk validasi PPI &amp; kasus berat.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Kolaborasi Ibu Dyah (Psikolog):</a:t>
            </a:r>
            <a:pPr indent="0" marL="0">
              <a:lnSpc>
                <a:spcPct val="106000"/>
              </a:lnSpc>
              <a:buNone/>
            </a:pP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Pendampingan psikologis klinis &amp; evaluasi tumbuh kembang anak berkebutuhan khusus.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645152"/>
            <a:ext cx="8046720" cy="347472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6451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5E59"/>
                </a:solidFill>
              </a:rPr>
              <a:t>🤝 Didukung AI Engine Hybrid (DeepSeek &amp; OpenAI) + Database PostgreSQL pgvector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92608"/>
            <a:ext cx="3474720" cy="25603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5E59"/>
                </a:solidFill>
              </a:rPr>
              <a:t>MEDIA AJAR &amp; ALAT BANTU INKLUSIF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Fasilitas Kartu Visual &amp; Media Pembelajaran Siap Pakai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Perangkat pendukung visual konkret siap cetak (Printable PPTX/PDF) untuk membantu regulasi emosi, rutinitas, dan fokus anak di kelas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25146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44752"/>
            <a:ext cx="2514600" cy="402336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4475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🕒  Jadwal &amp; Rutinitas Visual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90195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Schedule Cards: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Kartu urutan aktivitas bergambar (Datang ➔ Berbaris ➔ Belajar ➔ Istirahat ➔ Pulang) yang membantu anak memprediksi kegiatan.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Mereduksi Kecemasan Transisi: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Sangat efektif bagi anak dengan spektrum Autisme &amp; ADHD yang rentan panik saat pergantian mata pelajaran.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Kartu Meja &amp; Dinding:</a:t>
            </a:r>
            <a:pPr indent="0" marL="0">
              <a:lnSpc>
                <a:spcPct val="106000"/>
              </a:lnSpc>
              <a:buNone/>
            </a:pP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Dapat ditempel di meja belajar anak atau papan jadwal kelas.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0128" y="1444752"/>
            <a:ext cx="25146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444752"/>
            <a:ext cx="2514600" cy="402336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44475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🧘  Regulasi Emosi &amp; PBS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47288" y="190195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Kartu Pilihan Regulasi Diri: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Kartu visual "Saat Saya Marah/Kewalahan":
• Tarik napas 5 hitungan
• Minum air putih
• Menuju Pojok Tenang (Calming Corner)
• Meremas sensory stress ball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Kartu Perilaku Positif (PBS ADHD):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Simbol visual "Tangan Tenang", "Mendengarkan", dan token reward visual apresiasi usaha anak.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Mencegah Eskalasi Tantrum:</a:t>
            </a:r>
            <a:pPr indent="0" marL="0">
              <a:lnSpc>
                <a:spcPct val="106000"/>
              </a:lnSpc>
              <a:buNone/>
            </a:pP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Memberi anak jalan keluar sebelum terjadi ledakan emosi.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1444752"/>
            <a:ext cx="25146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1616" y="1444752"/>
            <a:ext cx="2514600" cy="402336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44475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📦  Akses &amp; Unduh Siap Cetak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08776" y="190195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Kartu Tugas Bertahap (Chunking):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Memecah instruksi lembar kerja rumit menjadi kartu 3-langkah kecil untuk anak Disleksia &amp; Slow Learner.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Tersedia di WhatsApp &amp; Web: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• Guru dapat meminta template kartu via chat WhatsApp
• Tersedia di Galeri Web jejoo.kidiko.id
• Format file PPTX/PDF siap cetak &amp; laminasi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Ramah Sensorik:</a:t>
            </a:r>
            <a:pPr indent="0" marL="0">
              <a:lnSpc>
                <a:spcPct val="106000"/>
              </a:lnSpc>
              <a:buNone/>
            </a:pP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Warna pastel yang menenangkan dan tidak memicu sensory overload.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645152"/>
            <a:ext cx="8046720" cy="347472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6451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5E59"/>
                </a:solidFill>
              </a:rPr>
              <a:t>🎨 Fasilitas Kartu Visual Siap Cetak &amp; Laminasi untuk Guru Inklusi: Unduh via WhatsApp &amp; Web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92608"/>
            <a:ext cx="3474720" cy="25603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5E59"/>
                </a:solidFill>
              </a:rPr>
              <a:t>KNOWLEDGE BASE &amp; PORTAL PUBLIK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Inspirasi Praktik Baik: Dari Guru untuk Guru Inklusi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Koleksi 12+ Studi Kasus Nyata Guru Bulungan dengan Format 4-Elemen Terukur &amp; Kurasi Terverifikasi di jejoo.kidiko.id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25146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44752"/>
            <a:ext cx="2514600" cy="402336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4475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💡  12+ Kasus Terverifikasi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90195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Tema Pembelajaran Kunci: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1. Tantrum &amp; Regulasi Emosi
2. Disleksia &amp; Hambatan Belajar
3. ADHD &amp; Manajemen Fokus
4. Autisme &amp; Komunikasi Efektif
5. Diferensiasi RPP &amp; Target PPI
6. Iklim Kelas Inklusif &amp; Teman Sebaya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Berbasis Konteks Nyata:</a:t>
            </a:r>
            <a:pPr indent="0" marL="0">
              <a:lnSpc>
                <a:spcPct val="106000"/>
              </a:lnSpc>
              <a:buNone/>
            </a:pP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Diambil dari pengalaman riil guru inklusi di sekolah-sekolah Kabupaten Bulungan.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0128" y="1444752"/>
            <a:ext cx="25146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444752"/>
            <a:ext cx="2514600" cy="402336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44475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📐  Format 4-Elemen Terukur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47288" y="190195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Standar Replikatif: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Setiap studi kasus dikemas dalam 4 komponen siap pakai:
</a:t>
            </a:r>
            <a:pPr indent="0" marL="0">
              <a:lnSpc>
                <a:spcPct val="106000"/>
              </a:lnSpc>
              <a:buNone/>
            </a:pPr>
            <a:r>
              <a:rPr lang="en-US" sz="8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Tantangan Riil: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Gejala &amp; kondisi anak di kelas.
</a:t>
            </a:r>
            <a:pPr indent="0" marL="0">
              <a:lnSpc>
                <a:spcPct val="106000"/>
              </a:lnSpc>
              <a:buNone/>
            </a:pPr>
            <a:r>
              <a:rPr lang="en-US" sz="8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Strategi Konkret: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Langkah teknis guru.
</a:t>
            </a:r>
            <a:pPr indent="0" marL="0">
              <a:lnSpc>
                <a:spcPct val="106000"/>
              </a:lnSpc>
              <a:buNone/>
            </a:pPr>
            <a:r>
              <a:rPr lang="en-US" sz="8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Dampak Terukur: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Perubahan durasi/perilaku.
</a:t>
            </a:r>
            <a:pPr indent="0" marL="0">
              <a:lnSpc>
                <a:spcPct val="106000"/>
              </a:lnSpc>
              <a:buNone/>
            </a:pPr>
            <a:r>
              <a:rPr lang="en-US" sz="8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Tips Cepat: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Poin ringkas adaptasi kelas.
</a:t>
            </a:r>
            <a:pPr indent="0" marL="0">
              <a:lnSpc>
                <a:spcPct val="106000"/>
              </a:lnSpc>
              <a:buNone/>
            </a:pPr>
            <a:r>
              <a:rPr lang="en-US" sz="82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Dapat diadopsi guru lain dalam hitungan menit.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1444752"/>
            <a:ext cx="25146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1616" y="1444752"/>
            <a:ext cx="2514600" cy="402336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44475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🌐  Portal Web &amp; RAG Injeksi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08776" y="190195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Web Publik: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Akses di jejoo.kidiko.id/praktik-baik dilengkapi pencarian live, filter 6 tema, dan 1-klik salin tips.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Otomatis Terinjeksi di WhatsApp: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Saat guru berkonsultasi tentang autisme/tantrum di WA, bot langsung mengutip studi kasus praktik baik yang relevan.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Kurasi Terverifikasi (Kerahasiaan Anak):</a:t>
            </a:r>
            <a:pPr indent="0" marL="0">
              <a:lnSpc>
                <a:spcPct val="106000"/>
              </a:lnSpc>
              <a:buNone/>
            </a:pP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dikurasi secara seksama agar identitas siswa aman dan mutu strategi terstandar.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645152"/>
            <a:ext cx="8046720" cy="347472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6451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5E59"/>
                </a:solidFill>
              </a:rPr>
              <a:t>🌐 Kunjungi Showcase Praktik Baik: https://jejoo.kidiko.id/praktik-baik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92608"/>
            <a:ext cx="3474720" cy="256032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5E59"/>
                </a:solidFill>
              </a:rPr>
              <a:t>SISTEM PELAPORAN &amp; DOKUMEN RESMI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Ekspor Riwayat Chat &amp; Laporan Konsultasi Guru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Dokumentasi resmi hasil konsultasi asisten AI berformat Microsoft Word (.docx) ber-Kop dan Spreadsheet Excel (.xlsx)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25146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44752"/>
            <a:ext cx="2514600" cy="402336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4475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📄  Laporan Word (.docx)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190195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 Laporan Resmi: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Kop Laporan Konsultasi AI Pendidikan Inklusif Kabupaten Bulungan.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 Metadata Eksekutif: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Nama Guru, WhatsApp JID, Rentang Periode, Bot Persona, dan Total Pesan.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Transkrip Chat Bergaya Bubble:</a:t>
            </a:r>
            <a:pPr indent="0" marL="0">
              <a:lnSpc>
                <a:spcPct val="106000"/>
              </a:lnSpc>
              <a:buNone/>
            </a:pP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Kotak Abu-Abu: Pesan Guru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Kotak Hijau Teal: Solusi Jejoo AI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Pemformatan tebal, poin &amp; rujukan rapi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Disclaimer privasi evaluasi PPI.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0128" y="1444752"/>
            <a:ext cx="25146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444752"/>
            <a:ext cx="2514600" cy="402336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44475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📊  Spreadsheet Excel (.xlsx)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47288" y="190195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Styling Teal &amp; Tebal: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Format visual profesional dengan auto-filter siap pakai.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Kolom Rapi &amp; Terstandar: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1. No Urut &amp; Waktu WIB Presisi
2. Sesi Bot / Sekolah
3. Nama Pengirim &amp; WhatsApp JID
4. Peran (Guru / Asisten AI)
5. Isi Transkrip Pesan Lengkap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Kebutuhan Analisis Data:</a:t>
            </a:r>
            <a:pPr indent="0" marL="0">
              <a:lnSpc>
                <a:spcPct val="106000"/>
              </a:lnSpc>
              <a:buNone/>
            </a:pP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olah untuk audit, evaluasi Dinas, dan rekapitulasi sekolah.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1444752"/>
            <a:ext cx="25146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1616" y="1444752"/>
            <a:ext cx="2514600" cy="402336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44475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🎛️  Filter Presisi &amp; Live Preview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08776" y="1901952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Kontak &amp; Grup Fleksibel: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Filter semua pengguna atau pilih kontak guru tertentu dalam 1 klik.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 Rentang Tanggal Cepat:</a:t>
            </a:r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Hari Ini, 7 Hari Terakhir, 30 Hari, atau Kustom Tanggal Mulai s/d Selesai.
</a:t>
            </a:r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Preview Real-Time:</a:t>
            </a:r>
            <a:pPr indent="0" marL="0">
              <a:lnSpc>
                <a:spcPct val="106000"/>
              </a:lnSpc>
              <a:buNone/>
            </a:pP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Pratinjau 15 dialog chat sebelum download langsung di dashboard admin.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645152"/>
            <a:ext cx="8046720" cy="347472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6451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5E59"/>
                </a:solidFill>
              </a:rPr>
              <a:t>📊 Akses Dashboard Ekspor &amp; Konsultasi: https://jejoo.kidiko.id/admin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Program Pendidikan Inklusif Kabupaten Bulungan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Profil &amp; Kemampuan Lengkap Jejoo AI - Asisten Riset &amp; Praktik Pendidikan Inklusif</dc:title>
  <dc:subject>PptxGenJS Presentation</dc:subject>
  <dc:creator>Jejoo AI &amp; Tim Inklusi Bulungan</dc:creator>
  <cp:lastModifiedBy>Jejoo AI &amp; Tim Inklusi Bulungan</cp:lastModifiedBy>
  <cp:revision>1</cp:revision>
  <dcterms:created xsi:type="dcterms:W3CDTF">2026-08-27T06:14:23Z</dcterms:created>
  <dcterms:modified xsi:type="dcterms:W3CDTF">2026-08-27T06:14:23Z</dcterms:modified>
</cp:coreProperties>
</file>