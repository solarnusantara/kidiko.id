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JEJOO AI • PENDIDIKAN INKLUSIF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Kartu Visual ADHD &amp; PBS (Positive Behavior Support)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Kartu Visual Terstruktur (3 Level) • Siap Edit Bebas di PowerPoint / Google Slides &amp; Cetak A4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134E4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51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Level 1: Preventif &amp; Rutinitas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fokus belajar, rutinitas kelas, dan transisi tugas dengan instruksi visual teratur.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800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Kartu (Lihat Guru, First-Then, Tingkat Suara, dll.)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242316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78350F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651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Level 2: Regulasi Emosi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Menenangkan anak saat sensory overload, kecemasan, atau kejenuhan belajar di kelas.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4800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Kartu (Tarik Napas, Minta Jeda, Calming Corner, dll.)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242316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881337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651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Level 3: De-eskalasi Krisis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200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Prosedur 'Safety First' saat terjadi agresi fisik, membenturkan kepala, atau tantrum krisis.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Kartu (STOP, Tangan Aman, Jaga Jarak, Tim Ahli, dll.)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Tips Guru: Edit teks sesuai kebutuhan siswa, lalu cetak pada kertas tebal (230-260 gsm), potong persegi (10x10 cm), laminasi, dan pasang velcro/ring.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Level 1: Preventif &amp; Rutinitas Belajar (Bagian 1)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Kartu visual untuk membangun rutinitas teratur, fokus visual, dan kepatuhan instruksi tanpa teguran verbal panjang.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BELAJAR • #1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GURU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tertuju ke guru. Letakkan alat tulis sejenak saat guru menjelaskan.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MENDENGARKAN • #2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DENGARKAN DULU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Telinga menyimak arahan sampai selesai sebelum mulai mengerjakan.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IMPULS • #3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✋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TUNGGU GILIRAN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Angkat tangan dan tunggu namamu dipanggil sebelum berbicara.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DUDUK • #4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🪑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288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DUDUK DI KURSI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Duduk tegak, kaki di lantai, meja rapi siap untuk belajar.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TUGAS • #5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4864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KERJAKAN TUGAS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177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pada lembar kerja saat ini. Selesaikan 1 nomor demi 1 nomor.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924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TRANSISI WAKTU • #6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1440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KEGIATAN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753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Rapikan buku yang selesai, siapkan buku pelajaran berikutnya.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Level 1: Preventif &amp; Rutinitas Belajar (Bagian 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Kartu visual transisi kegiatan, kemandirian merapikan kelas, dan menjaga tingkat suara tertib.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RUTINITAS KELAS • #7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🚶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ANTRE TERTIB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Berdiri di belakang teman, jaga jarak 1 lengan dengan tenang.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• #8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🎒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RAPIKAN MEJA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pensil &amp; buku ke dalam tas setelah selesai digunakan.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KESEPAKATAN KELAS • #9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🤫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SUARA KELAS 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suara berbisik saat berdiskusi dengan teman sebangku.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• #10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288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BERBAGI ALAT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krayon/pensil bersama teman secara bergantian.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Level 2: Regulasi Emosi &amp; Stimulus Sensorik (Bagian 1)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Kartu intervensi dini saat anak mulai merasa jenuh, cemas, atau mengalami sensory overload.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REGULASI NAFAS • #1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🌬️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TARIK NAPAS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Tarik napas dalam 3 detik, hembuskan perlahan 3 kali agar tenang.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CARD • #2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⏸️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JEDA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Tunjukkan kartu ini ke guru untuk istirahat sejenak 3–5 menit.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SUDUT TENANG • #3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🛋️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CALMING CORNER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Duduk di area tenang sejenak saat merasa lelah atau bising.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HIDRASI &amp; SENSORIK • #4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💧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288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MINUM AIR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Minum beberapa teguk air putih untuk merelaksasi tubuh dan pikiran.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KOMUNIKASI • #5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🙋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4864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BANTUAN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177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Angkat tangan bila merasa bingung atau kesulitan pada soal.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924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MOTORIK ADAPTIF • #6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🙆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1440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PEREGANGAN TUBUH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753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Luruskan tangan dan gerakkan bahu perlahan di tempat duduk.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Level 2: Regulasi Emosi &amp; Stimulus Sensorik (Bagian 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Membantu anak mengenali emosi, meredakan ketegangan fisik, dan kembali fokus belajar secara mandiri.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HITUNGAN TENANG • #7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🔢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HITUNG 1–10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Pejamkan mata sejenak dan hitung perlahan 1 sampai 10 di dalam hati.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PERASAAN • #8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EMOSI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Tunjukkan perasaanmu: Senang 🙂, Bingung 😐, atau Butuh Bantuan 😟.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FIDGET SENSORIK • #9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🎾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bola karet/fidget tanpa mengganggu konsentrasi teman.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KEMBALI FOKUS • #10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288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BELAJAR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Tubuh sudah tenang, pikiran segar, siap melanjutkan aktivitas.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Level 3: De-eskalasi Krisis &amp; Keamanan Kelas (Bagian 1)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Prosedur 'Safety First' saat anak menunjukkan agresi, tantrum berat, atau potensi membahayakan.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KESELAMATAN (SAFETY) • #1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🛑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BERHENTI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Hentikan tindakan sekarang juga. Letakkan benda di tangan, diam di tempat.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ANTI-AGRESI • #2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🙌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TANGAN AMAN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Tangan untuk diri sendiri. Jangan memukul, mencakar, atau melempar barang.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JARAK FISIK • #3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↔️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JAGA JARAK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Mundur 2 langkah dari teman untuk menjaga ruang aman bersama.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PENDAMPINGAN • #4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👩‍🏫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288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DEKAT GURU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Duduk atau berdiri di samping guru untuk mendapatkan pendampingan aman.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DE-ESKALASI • #5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🧘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4864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TENANGKAN DIRI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177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Duduk santai di lantai, hindari suara keras, bernapas teratur.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924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AMANKAN KELAS • #6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1440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AMANKAN BENDA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753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Singkirkan benda keras/tajam dari sekitar meja anak demi keselamatan.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Level 3: De-eskalasi Krisis &amp; Keamanan Kelas (Bagian 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pengamanan ruang kelas, perlindungan siswa lain, dan koordinasi rujukan ke tim tenaga ahli.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 AMAN • #7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🚪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 RUANG AMAN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Pindah sementara ke ruang bimbingan/UKS dengan pendampingan guru.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PROTEKSI TEMAN • #8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LINDUNGI TEMAN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Ajak teman-teman lain bergeser tertib agar suasana tidak semakin panas.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716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NAPAS DALAM • #9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737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❤️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0" y="1764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RASA NYAMAN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Katakan: 'Kamu aman di sini. Guru siap membantumu tenang kembali.'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88620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04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AHLI RESMI • #10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📞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28800" y="4279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RUJUK TIM AHLI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Bp. Istiarsyah, Ph.D &amp; Ibu Dyah via WhatsApp Jejoo untuk asesmen klinis.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Format Khusus: Kartu First–Then &amp; Meteran Suara Kelas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template visual yang paling efektif untuk memotivasi pengerjaan tugas &amp; mengatur ketenangan kelas inklusi.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1663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PAPAN VISUAL 'FIRST – THEN' (PERTAMA – LALU)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1965960"/>
            <a:ext cx="4617720" cy="1737360"/>
          </a:xfrm>
          <a:prstGeom prst="roundRect">
            <a:avLst>
              <a:gd name="adj" fmla="val 5263"/>
            </a:avLst>
          </a:prstGeom>
          <a:solidFill>
            <a:srgbClr val="F0FDF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574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PERTAMA (TUGAS)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Selesaikan 3 Soal Matematika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301752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(Fokus di meja selama 10 menit)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51560" y="3886200"/>
            <a:ext cx="4617720" cy="1737360"/>
          </a:xfrm>
          <a:prstGeom prst="roundRect">
            <a:avLst>
              <a:gd name="adj" fmla="val 5263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97764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LALU (REWARD / ISTIRAHAT)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43434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Main Lego / Istirahat 5 Menit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9377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(Gunakan timer visual agar anak tahu kapan selesai)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325880"/>
            <a:ext cx="51663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08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METERAN TINGKAT SUARA KELAS (VOICE LEVEL)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96596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07568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🤫  SUARA 0: Hening / Diam Total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40487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Penggunaan: Saat ujian &amp; guru menjelaskan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92240" y="292608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0FDF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03580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  SUARA 1: Suara Berbisik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33649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Penggunaan: Saat kerja mandiri &amp; membaca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388620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99592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SUARA 2: Suara Meja / Diskusi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43251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Penggunaan: Diskusi kelompok 2-3 orang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484632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95604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SUARA 3: Suara Presentasi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528523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Penggunaan: Bicara di depan kelas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Kidiko / Jejoo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Paket Kartu Visual ADHD &amp; PBS (30 Kartu Siap Edit &amp; Cetak)</dc:title>
  <dc:subject>PptxGenJS Presentation</dc:subject>
  <dc:creator>Jejoo AI - Pendidikan Inklusif</dc:creator>
  <cp:lastModifiedBy>Jejoo AI - Pendidikan Inklusif</cp:lastModifiedBy>
  <cp:revision>1</cp:revision>
  <dcterms:created xsi:type="dcterms:W3CDTF">2026-08-18T02:00:26Z</dcterms:created>
  <dcterms:modified xsi:type="dcterms:W3CDTF">2026-08-18T02:00:26Z</dcterms:modified>
</cp:coreProperties>
</file>